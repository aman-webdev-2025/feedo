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D049EDB-E521-49AE-A49A-3EA3A1E2FE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92E9B6-3D8C-446C-92A8-A61C25706348}"/>
              </a:ext>
            </a:extLst>
          </p:cNvPr>
          <p:cNvSpPr>
            <a:spLocks noGrp="1"/>
          </p:cNvSpPr>
          <p:nvPr/>
        </p:nvSpPr>
        <p:spPr>
          <a:xfrm>
            <a:off x="666750" y="2762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61AC5-F34D-4FA4-BE34-D83BE3C576C4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5143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>
                <a:solidFill>
                  <a:srgbClr val="E63946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E63946"/>
                </a:solidFill>
                <a:latin typeface="Aptos Display"/>
                <a:ea typeface="Aptos Display"/>
                <a:cs typeface="Aptos Display"/>
              </a:rPr>
              <a:t>Feedo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80D9AA-5EA6-4B65-9FEF-2782588E5D31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647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A Food Delivery Web 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B9F132-59C1-48B5-8BFE-7AB121DD74E2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685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Connecting customers, local restaurants, delivery partners and admins through one responsive full-stack platform.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7F4730-35B4-45B9-A0A6-A6F877726716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3143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7582AC-418D-40CC-BAA9-F73BABCA67BA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76200" cy="2952750"/>
          </a:xfrm>
          <a:prstGeom prst="rect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02795-9A06-473B-8BAC-1141B3363A72}"/>
              </a:ext>
            </a:extLst>
          </p:cNvPr>
          <p:cNvSpPr>
            <a:spLocks noGrp="1"/>
          </p:cNvSpPr>
          <p:nvPr/>
        </p:nvSpPr>
        <p:spPr>
          <a:xfrm>
            <a:off x="8039100" y="161925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Submitted By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BB1D18-14AD-4627-B2FA-62E092EBC918}"/>
              </a:ext>
            </a:extLst>
          </p:cNvPr>
          <p:cNvSpPr>
            <a:spLocks noGrp="1"/>
          </p:cNvSpPr>
          <p:nvPr/>
        </p:nvSpPr>
        <p:spPr>
          <a:xfrm>
            <a:off x="8039100" y="2019300"/>
            <a:ext cx="2724150" cy="2228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Aman Kumar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Enrollment No.: 23ADV3CST1012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Course: B.Tech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Semester: 7th Semester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40DDD7-6694-42A6-85E1-0DBF88141206}"/>
              </a:ext>
            </a:extLst>
          </p:cNvPr>
          <p:cNvSpPr>
            <a:spLocks noGrp="1"/>
          </p:cNvSpPr>
          <p:nvPr/>
        </p:nvSpPr>
        <p:spPr>
          <a:xfrm>
            <a:off x="7810500" y="4667250"/>
            <a:ext cx="3143250" cy="120015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8AADAA-716F-4EF8-AD28-6FD440F6D46B}"/>
              </a:ext>
            </a:extLst>
          </p:cNvPr>
          <p:cNvSpPr>
            <a:spLocks noGrp="1"/>
          </p:cNvSpPr>
          <p:nvPr/>
        </p:nvSpPr>
        <p:spPr>
          <a:xfrm>
            <a:off x="7810500" y="4667250"/>
            <a:ext cx="76200" cy="1200150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C04136-5EA0-4D28-86CE-38AC84473A99}"/>
              </a:ext>
            </a:extLst>
          </p:cNvPr>
          <p:cNvSpPr>
            <a:spLocks noGrp="1"/>
          </p:cNvSpPr>
          <p:nvPr/>
        </p:nvSpPr>
        <p:spPr>
          <a:xfrm>
            <a:off x="8039100" y="485775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University &amp; Guide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AB458C-F095-4A8E-86FC-E1A150308E28}"/>
              </a:ext>
            </a:extLst>
          </p:cNvPr>
          <p:cNvSpPr>
            <a:spLocks noGrp="1"/>
          </p:cNvSpPr>
          <p:nvPr/>
        </p:nvSpPr>
        <p:spPr>
          <a:xfrm>
            <a:off x="8039100" y="5257800"/>
            <a:ext cx="2724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SAGE University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Project Guide: Naman Arora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D68846-1B46-4518-A93F-C3F3FA8E68A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9A8F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8F88"/>
                </a:solidFill>
                <a:latin typeface="Aptos"/>
                <a:ea typeface="Aptos"/>
                <a:cs typeface="Aptos"/>
              </a:rPr>
              <a:t>Feedo | Aman Kumar | 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6BECB8-3E30-E5A0-DFA5-D797863A0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672" y="-22514"/>
            <a:ext cx="826078" cy="8260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21472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542C829-5596-4082-AAA5-2406FD1542F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809750" cy="323850"/>
          </a:xfrm>
          <a:prstGeom prst="roundRect">
            <a:avLst>
              <a:gd name="adj" fmla="val 35294"/>
            </a:avLst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B8D99C-93B1-471C-85FF-77D7CC932818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EF6AB-E234-4596-B5E9-71A39468071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Why Feedo Is Needed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DAB804-F623-48E4-8C95-7F3FBEF12D7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000250" cy="47625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5C3E62-282E-4343-94E3-BD08B5F0EC22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49530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FBE29-2D93-44BE-A6C7-B5F7AB0E0F7E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76200" cy="3048000"/>
          </a:xfrm>
          <a:prstGeom prst="rect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DCE76-A3C4-40EB-B440-1DF83DC19988}"/>
              </a:ext>
            </a:extLst>
          </p:cNvPr>
          <p:cNvSpPr>
            <a:spLocks noGrp="1"/>
          </p:cNvSpPr>
          <p:nvPr/>
        </p:nvSpPr>
        <p:spPr>
          <a:xfrm>
            <a:off x="971550" y="2143125"/>
            <a:ext cx="455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Current Challenges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DF446E-40B8-44CC-AE0A-794260E25398}"/>
              </a:ext>
            </a:extLst>
          </p:cNvPr>
          <p:cNvSpPr>
            <a:spLocks noGrp="1"/>
          </p:cNvSpPr>
          <p:nvPr/>
        </p:nvSpPr>
        <p:spPr>
          <a:xfrm>
            <a:off x="971550" y="2543175"/>
            <a:ext cx="45339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Traditional ordering is slow and error-prone. Customers do not get proper menu comparison, discounts, payment records or real-time delivery updates.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F639D0-FEFF-4E50-9103-B17D8735614A}"/>
              </a:ext>
            </a:extLst>
          </p:cNvPr>
          <p:cNvSpPr>
            <a:spLocks noGrp="1"/>
          </p:cNvSpPr>
          <p:nvPr/>
        </p:nvSpPr>
        <p:spPr>
          <a:xfrm>
            <a:off x="6305550" y="1952625"/>
            <a:ext cx="49530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9AF616-A04B-4E6F-9CDF-CF8DBF51CF9F}"/>
              </a:ext>
            </a:extLst>
          </p:cNvPr>
          <p:cNvSpPr>
            <a:spLocks noGrp="1"/>
          </p:cNvSpPr>
          <p:nvPr/>
        </p:nvSpPr>
        <p:spPr>
          <a:xfrm>
            <a:off x="6305550" y="1952625"/>
            <a:ext cx="76200" cy="3048000"/>
          </a:xfrm>
          <a:prstGeom prst="rect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16036F-DB9D-467D-9327-29A85A7D0ED2}"/>
              </a:ext>
            </a:extLst>
          </p:cNvPr>
          <p:cNvSpPr>
            <a:spLocks noGrp="1"/>
          </p:cNvSpPr>
          <p:nvPr/>
        </p:nvSpPr>
        <p:spPr>
          <a:xfrm>
            <a:off x="6534150" y="2143125"/>
            <a:ext cx="455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Platform Requirement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D45805-6EBD-4DFC-89E8-390492C9E3EF}"/>
              </a:ext>
            </a:extLst>
          </p:cNvPr>
          <p:cNvSpPr>
            <a:spLocks noGrp="1"/>
          </p:cNvSpPr>
          <p:nvPr/>
        </p:nvSpPr>
        <p:spPr>
          <a:xfrm>
            <a:off x="6534150" y="2543175"/>
            <a:ext cx="45339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Restaurants need online order tools, delivery partners need assigned-order workflows, and admins need a central dashboard for users, orders and revenue.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1532E-A307-4617-BA01-87209733515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9A8F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8F88"/>
                </a:solidFill>
                <a:latin typeface="Aptos"/>
                <a:ea typeface="Aptos"/>
                <a:cs typeface="Aptos"/>
              </a:rPr>
              <a:t>Feedo | Aman Kumar | 2</a:t>
            </a:r>
          </a:p>
        </p:txBody>
      </p:sp>
    </p:spTree>
    <p:extLst>
      <p:ext uri="{BB962C8B-B14F-4D97-AF65-F5344CB8AC3E}">
        <p14:creationId xmlns:p14="http://schemas.microsoft.com/office/powerpoint/2010/main" val="69416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75DA9D8-4A4C-477E-AD69-B0912E4A3A8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809750" cy="323850"/>
          </a:xfrm>
          <a:prstGeom prst="roundRect">
            <a:avLst>
              <a:gd name="adj" fmla="val 35294"/>
            </a:avLst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D03A31-8202-4CBD-B4C8-BD0F95D490E1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E13493-0468-48ED-B29F-AE0279A54A7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Project Objective And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9849CE-0C7C-4F26-A3FD-FAF23B9FF01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000250" cy="47625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17D8D1-66F1-49FF-85C7-84EFCA4CF76D}"/>
              </a:ext>
            </a:extLst>
          </p:cNvPr>
          <p:cNvSpPr>
            <a:spLocks noGrp="1"/>
          </p:cNvSpPr>
          <p:nvPr/>
        </p:nvSpPr>
        <p:spPr>
          <a:xfrm>
            <a:off x="904875" y="201930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C9A891-793C-444C-8F47-726EDD326848}"/>
              </a:ext>
            </a:extLst>
          </p:cNvPr>
          <p:cNvSpPr>
            <a:spLocks noGrp="1"/>
          </p:cNvSpPr>
          <p:nvPr/>
        </p:nvSpPr>
        <p:spPr>
          <a:xfrm>
            <a:off x="1171575" y="1952625"/>
            <a:ext cx="963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Connect customers with local restaurants for online ordering.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DDD067-FB21-4579-AE59-36B96D40ACA3}"/>
              </a:ext>
            </a:extLst>
          </p:cNvPr>
          <p:cNvSpPr>
            <a:spLocks noGrp="1"/>
          </p:cNvSpPr>
          <p:nvPr/>
        </p:nvSpPr>
        <p:spPr>
          <a:xfrm>
            <a:off x="904875" y="257175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10ACD-F9EC-4060-8E59-9AFBDDAAACFC}"/>
              </a:ext>
            </a:extLst>
          </p:cNvPr>
          <p:cNvSpPr>
            <a:spLocks noGrp="1"/>
          </p:cNvSpPr>
          <p:nvPr/>
        </p:nvSpPr>
        <p:spPr>
          <a:xfrm>
            <a:off x="1171575" y="2505075"/>
            <a:ext cx="963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Provide restaurant listings with menus, ratings and delivery estimates.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97CC29-F32C-44BD-9129-9BF213F87E91}"/>
              </a:ext>
            </a:extLst>
          </p:cNvPr>
          <p:cNvSpPr>
            <a:spLocks noGrp="1"/>
          </p:cNvSpPr>
          <p:nvPr/>
        </p:nvSpPr>
        <p:spPr>
          <a:xfrm>
            <a:off x="904875" y="312420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2881F7-312D-42EA-9B35-C778A6BDAB91}"/>
              </a:ext>
            </a:extLst>
          </p:cNvPr>
          <p:cNvSpPr>
            <a:spLocks noGrp="1"/>
          </p:cNvSpPr>
          <p:nvPr/>
        </p:nvSpPr>
        <p:spPr>
          <a:xfrm>
            <a:off x="1171575" y="3057525"/>
            <a:ext cx="963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Support cart, checkout, promo code, tip, schedule and payment options.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3BDDBEF-DA2E-4DF4-AC9E-059215054726}"/>
              </a:ext>
            </a:extLst>
          </p:cNvPr>
          <p:cNvSpPr>
            <a:spLocks noGrp="1"/>
          </p:cNvSpPr>
          <p:nvPr/>
        </p:nvSpPr>
        <p:spPr>
          <a:xfrm>
            <a:off x="904875" y="367665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B50663-49CB-48D5-9B15-FFD55944CAAC}"/>
              </a:ext>
            </a:extLst>
          </p:cNvPr>
          <p:cNvSpPr>
            <a:spLocks noGrp="1"/>
          </p:cNvSpPr>
          <p:nvPr/>
        </p:nvSpPr>
        <p:spPr>
          <a:xfrm>
            <a:off x="1171575" y="3609975"/>
            <a:ext cx="963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Enable real-time order tracking from placement to doorstep delivery.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1B1B4C-2836-42B4-B71A-B15AFEFC28F7}"/>
              </a:ext>
            </a:extLst>
          </p:cNvPr>
          <p:cNvSpPr>
            <a:spLocks noGrp="1"/>
          </p:cNvSpPr>
          <p:nvPr/>
        </p:nvSpPr>
        <p:spPr>
          <a:xfrm>
            <a:off x="904875" y="422910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65802-B228-4557-B5E0-9719D48E02DF}"/>
              </a:ext>
            </a:extLst>
          </p:cNvPr>
          <p:cNvSpPr>
            <a:spLocks noGrp="1"/>
          </p:cNvSpPr>
          <p:nvPr/>
        </p:nvSpPr>
        <p:spPr>
          <a:xfrm>
            <a:off x="1171575" y="4162425"/>
            <a:ext cx="963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Offer dashboards for restaurant owners, delivery partners and admins.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07A5C2-ED3D-4781-970C-32B00F8F96B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9A8F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8F88"/>
                </a:solidFill>
                <a:latin typeface="Aptos"/>
                <a:ea typeface="Aptos"/>
                <a:cs typeface="Aptos"/>
              </a:rPr>
              <a:t>Feedo | Aman Kumar | 3</a:t>
            </a:r>
          </a:p>
        </p:txBody>
      </p:sp>
    </p:spTree>
    <p:extLst>
      <p:ext uri="{BB962C8B-B14F-4D97-AF65-F5344CB8AC3E}">
        <p14:creationId xmlns:p14="http://schemas.microsoft.com/office/powerpoint/2010/main" val="545299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A00D291-9A8E-4A46-9BE6-FFB73EC4711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809750" cy="323850"/>
          </a:xfrm>
          <a:prstGeom prst="roundRect">
            <a:avLst>
              <a:gd name="adj" fmla="val 35294"/>
            </a:avLst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C81266-5954-46C9-8FAB-BD8D55120F3E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275D37-FA46-48ED-92BD-047CD4E4B5B1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Main Users And Modules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AC7269-A207-49C7-BB38-FFDB08CF3179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000250" cy="47625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BE5A76-7CFE-49B6-A444-FEAF20997FE0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42EAF1-6FC9-4FE9-ACF2-615EE916058D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76200" cy="1524000"/>
          </a:xfrm>
          <a:prstGeom prst="rect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3687D8-2B3E-43A4-9247-74117CD73504}"/>
              </a:ext>
            </a:extLst>
          </p:cNvPr>
          <p:cNvSpPr>
            <a:spLocks noGrp="1"/>
          </p:cNvSpPr>
          <p:nvPr/>
        </p:nvSpPr>
        <p:spPr>
          <a:xfrm>
            <a:off x="895350" y="20478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BB7B20-CB2C-44ED-B0A5-127CEBF82DA2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2057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Browse restaurants, add to cart, checkout, pay, track order, review food.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F9F76A-521C-42D2-9E31-C9B5818C0F6B}"/>
              </a:ext>
            </a:extLst>
          </p:cNvPr>
          <p:cNvSpPr>
            <a:spLocks noGrp="1"/>
          </p:cNvSpPr>
          <p:nvPr/>
        </p:nvSpPr>
        <p:spPr>
          <a:xfrm>
            <a:off x="3476625" y="1857375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68423-D3B0-4F71-9790-62517FCC7F9C}"/>
              </a:ext>
            </a:extLst>
          </p:cNvPr>
          <p:cNvSpPr>
            <a:spLocks noGrp="1"/>
          </p:cNvSpPr>
          <p:nvPr/>
        </p:nvSpPr>
        <p:spPr>
          <a:xfrm>
            <a:off x="3476625" y="1857375"/>
            <a:ext cx="76200" cy="1524000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2E236-BBE6-41B5-BAF9-0D1F432CBAA5}"/>
              </a:ext>
            </a:extLst>
          </p:cNvPr>
          <p:cNvSpPr>
            <a:spLocks noGrp="1"/>
          </p:cNvSpPr>
          <p:nvPr/>
        </p:nvSpPr>
        <p:spPr>
          <a:xfrm>
            <a:off x="3705225" y="20478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Restaurant 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D23594-D209-436B-B371-08D704B16BAD}"/>
              </a:ext>
            </a:extLst>
          </p:cNvPr>
          <p:cNvSpPr>
            <a:spLocks noGrp="1"/>
          </p:cNvSpPr>
          <p:nvPr/>
        </p:nvSpPr>
        <p:spPr>
          <a:xfrm>
            <a:off x="3705225" y="2447925"/>
            <a:ext cx="2057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Manage menu, availability, inventory, orders and reviews.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9713E9-8897-4A34-BF1D-7676A9FE77D8}"/>
              </a:ext>
            </a:extLst>
          </p:cNvPr>
          <p:cNvSpPr>
            <a:spLocks noGrp="1"/>
          </p:cNvSpPr>
          <p:nvPr/>
        </p:nvSpPr>
        <p:spPr>
          <a:xfrm>
            <a:off x="6286500" y="1857375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B17FF8-519B-4C8C-B00C-A6AABDB04E64}"/>
              </a:ext>
            </a:extLst>
          </p:cNvPr>
          <p:cNvSpPr>
            <a:spLocks noGrp="1"/>
          </p:cNvSpPr>
          <p:nvPr/>
        </p:nvSpPr>
        <p:spPr>
          <a:xfrm>
            <a:off x="6286500" y="1857375"/>
            <a:ext cx="76200" cy="1524000"/>
          </a:xfrm>
          <a:prstGeom prst="rect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E4E1A8-7D36-49ED-86B7-85C7B904B2A1}"/>
              </a:ext>
            </a:extLst>
          </p:cNvPr>
          <p:cNvSpPr>
            <a:spLocks noGrp="1"/>
          </p:cNvSpPr>
          <p:nvPr/>
        </p:nvSpPr>
        <p:spPr>
          <a:xfrm>
            <a:off x="6515100" y="20478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Delivery Partner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CA87F1-49F7-46AB-B5CC-9BD1705B2056}"/>
              </a:ext>
            </a:extLst>
          </p:cNvPr>
          <p:cNvSpPr>
            <a:spLocks noGrp="1"/>
          </p:cNvSpPr>
          <p:nvPr/>
        </p:nvSpPr>
        <p:spPr>
          <a:xfrm>
            <a:off x="6515100" y="2447925"/>
            <a:ext cx="2057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View assigned orders, update status and share live location.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C4F7E2E-7EB6-42BD-BC77-FCBE7B26406C}"/>
              </a:ext>
            </a:extLst>
          </p:cNvPr>
          <p:cNvSpPr>
            <a:spLocks noGrp="1"/>
          </p:cNvSpPr>
          <p:nvPr/>
        </p:nvSpPr>
        <p:spPr>
          <a:xfrm>
            <a:off x="9096375" y="1857375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1A7D38-4F85-40DE-821D-6E8309D55BE6}"/>
              </a:ext>
            </a:extLst>
          </p:cNvPr>
          <p:cNvSpPr>
            <a:spLocks noGrp="1"/>
          </p:cNvSpPr>
          <p:nvPr/>
        </p:nvSpPr>
        <p:spPr>
          <a:xfrm>
            <a:off x="9096375" y="1857375"/>
            <a:ext cx="76200" cy="1524000"/>
          </a:xfrm>
          <a:prstGeom prst="rect">
            <a:avLst/>
          </a:prstGeom>
          <a:solidFill>
            <a:srgbClr val="6C63FF"/>
          </a:solidFill>
          <a:ln w="0">
            <a:solidFill>
              <a:srgbClr val="6C63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7F2FBF-7BAF-4199-83EC-4E46D88BEEE7}"/>
              </a:ext>
            </a:extLst>
          </p:cNvPr>
          <p:cNvSpPr>
            <a:spLocks noGrp="1"/>
          </p:cNvSpPr>
          <p:nvPr/>
        </p:nvSpPr>
        <p:spPr>
          <a:xfrm>
            <a:off x="9324975" y="2047875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A08211-C946-47C7-A0AD-276BAC20E397}"/>
              </a:ext>
            </a:extLst>
          </p:cNvPr>
          <p:cNvSpPr>
            <a:spLocks noGrp="1"/>
          </p:cNvSpPr>
          <p:nvPr/>
        </p:nvSpPr>
        <p:spPr>
          <a:xfrm>
            <a:off x="9324975" y="2447925"/>
            <a:ext cx="20574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Manage users, restaurants, revenue, delivery records and analytics.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7B1FFB-B3C8-4132-A036-50CC8EE7DD1D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Core Modules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E7EDB88-E2EE-4189-A076-74B9F0607CC5}"/>
              </a:ext>
            </a:extLst>
          </p:cNvPr>
          <p:cNvSpPr>
            <a:spLocks noGrp="1"/>
          </p:cNvSpPr>
          <p:nvPr/>
        </p:nvSpPr>
        <p:spPr>
          <a:xfrm>
            <a:off x="914400" y="460057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07C042-C4E3-487E-B64B-D9422D0EF380}"/>
              </a:ext>
            </a:extLst>
          </p:cNvPr>
          <p:cNvSpPr>
            <a:spLocks noGrp="1"/>
          </p:cNvSpPr>
          <p:nvPr/>
        </p:nvSpPr>
        <p:spPr>
          <a:xfrm>
            <a:off x="1181100" y="4533900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Authentication and role access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9C9C5E-6B2B-4FC6-84F8-17B188FC74F0}"/>
              </a:ext>
            </a:extLst>
          </p:cNvPr>
          <p:cNvSpPr>
            <a:spLocks noGrp="1"/>
          </p:cNvSpPr>
          <p:nvPr/>
        </p:nvSpPr>
        <p:spPr>
          <a:xfrm>
            <a:off x="914400" y="500062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4ECAD8-96C2-4736-B679-1EBFEB7A57B2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Restaurant and menu management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FCBAA5F-515A-432D-8443-6E45BA0D29F2}"/>
              </a:ext>
            </a:extLst>
          </p:cNvPr>
          <p:cNvSpPr>
            <a:spLocks noGrp="1"/>
          </p:cNvSpPr>
          <p:nvPr/>
        </p:nvSpPr>
        <p:spPr>
          <a:xfrm>
            <a:off x="914400" y="540067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C606BE-78A7-4D0E-9C4A-98EE28EDEB66}"/>
              </a:ext>
            </a:extLst>
          </p:cNvPr>
          <p:cNvSpPr>
            <a:spLocks noGrp="1"/>
          </p:cNvSpPr>
          <p:nvPr/>
        </p:nvSpPr>
        <p:spPr>
          <a:xfrm>
            <a:off x="1181100" y="5334000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Cart, checkout and payment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8ED1FD-4AB2-44C5-A9E6-E141EE12DBE7}"/>
              </a:ext>
            </a:extLst>
          </p:cNvPr>
          <p:cNvSpPr>
            <a:spLocks noGrp="1"/>
          </p:cNvSpPr>
          <p:nvPr/>
        </p:nvSpPr>
        <p:spPr>
          <a:xfrm>
            <a:off x="914400" y="580072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B8284B-FAF4-4A1C-9926-68AC130F7C92}"/>
              </a:ext>
            </a:extLst>
          </p:cNvPr>
          <p:cNvSpPr>
            <a:spLocks noGrp="1"/>
          </p:cNvSpPr>
          <p:nvPr/>
        </p:nvSpPr>
        <p:spPr>
          <a:xfrm>
            <a:off x="1181100" y="5734050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Delivery tracking and notifications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BA91998-6CDC-4CE0-88EF-C34791A7F063}"/>
              </a:ext>
            </a:extLst>
          </p:cNvPr>
          <p:cNvSpPr>
            <a:spLocks noGrp="1"/>
          </p:cNvSpPr>
          <p:nvPr/>
        </p:nvSpPr>
        <p:spPr>
          <a:xfrm>
            <a:off x="6429375" y="4600575"/>
            <a:ext cx="133350" cy="13335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45037B-6E15-419C-A6C2-04339010C65A}"/>
              </a:ext>
            </a:extLst>
          </p:cNvPr>
          <p:cNvSpPr>
            <a:spLocks noGrp="1"/>
          </p:cNvSpPr>
          <p:nvPr/>
        </p:nvSpPr>
        <p:spPr>
          <a:xfrm>
            <a:off x="6696075" y="4533900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Ratings, reviews and loyalty rewards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CF78B3E-14E4-4A49-B2C9-341123745DB0}"/>
              </a:ext>
            </a:extLst>
          </p:cNvPr>
          <p:cNvSpPr>
            <a:spLocks noGrp="1"/>
          </p:cNvSpPr>
          <p:nvPr/>
        </p:nvSpPr>
        <p:spPr>
          <a:xfrm>
            <a:off x="6429375" y="5000625"/>
            <a:ext cx="133350" cy="13335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8860EF-984B-4401-8AE9-F16A9C234BFA}"/>
              </a:ext>
            </a:extLst>
          </p:cNvPr>
          <p:cNvSpPr>
            <a:spLocks noGrp="1"/>
          </p:cNvSpPr>
          <p:nvPr/>
        </p:nvSpPr>
        <p:spPr>
          <a:xfrm>
            <a:off x="6696075" y="4933950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Promo codes and scheduled orders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6287667-18D8-4363-8249-188F297A2BDC}"/>
              </a:ext>
            </a:extLst>
          </p:cNvPr>
          <p:cNvSpPr>
            <a:spLocks noGrp="1"/>
          </p:cNvSpPr>
          <p:nvPr/>
        </p:nvSpPr>
        <p:spPr>
          <a:xfrm>
            <a:off x="6429375" y="5400675"/>
            <a:ext cx="133350" cy="13335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CDFAE7-24A5-456A-841C-07E74D19D77E}"/>
              </a:ext>
            </a:extLst>
          </p:cNvPr>
          <p:cNvSpPr>
            <a:spLocks noGrp="1"/>
          </p:cNvSpPr>
          <p:nvPr/>
        </p:nvSpPr>
        <p:spPr>
          <a:xfrm>
            <a:off x="6696075" y="5334000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Inventory and availability control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C70BD8-E81E-4340-A633-1F3D84201F46}"/>
              </a:ext>
            </a:extLst>
          </p:cNvPr>
          <p:cNvSpPr>
            <a:spLocks noGrp="1"/>
          </p:cNvSpPr>
          <p:nvPr/>
        </p:nvSpPr>
        <p:spPr>
          <a:xfrm>
            <a:off x="6429375" y="5800725"/>
            <a:ext cx="133350" cy="13335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F6FA5F-931E-4449-8521-07A734D11712}"/>
              </a:ext>
            </a:extLst>
          </p:cNvPr>
          <p:cNvSpPr>
            <a:spLocks noGrp="1"/>
          </p:cNvSpPr>
          <p:nvPr/>
        </p:nvSpPr>
        <p:spPr>
          <a:xfrm>
            <a:off x="6696075" y="5734050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Admin analytics dashboard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76ECFA-7126-43F2-9CD0-5B545BD4293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9A8F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8F88"/>
                </a:solidFill>
                <a:latin typeface="Aptos"/>
                <a:ea typeface="Aptos"/>
                <a:cs typeface="Aptos"/>
              </a:rPr>
              <a:t>Feedo | Aman Kumar | 4</a:t>
            </a:r>
          </a:p>
        </p:txBody>
      </p:sp>
    </p:spTree>
    <p:extLst>
      <p:ext uri="{BB962C8B-B14F-4D97-AF65-F5344CB8AC3E}">
        <p14:creationId xmlns:p14="http://schemas.microsoft.com/office/powerpoint/2010/main" val="614535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DD902D-DD00-494A-A8C7-060486B99B4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809750" cy="323850"/>
          </a:xfrm>
          <a:prstGeom prst="roundRect">
            <a:avLst>
              <a:gd name="adj" fmla="val 35294"/>
            </a:avLst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AA2C16-2665-4D70-B300-FB105AFBE28C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DFD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046667-BEDF-4488-9850-7C737BB2FEE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Data Flow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55FCA-69DD-4A66-BB72-D057DE4C97C2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000250" cy="47625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37428" y="1619250"/>
            <a:ext cx="9117144" cy="4095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264045-9801-4B08-B682-0A04F33220F2}"/>
              </a:ext>
            </a:extLst>
          </p:cNvPr>
          <p:cNvSpPr>
            <a:spLocks noGrp="1"/>
          </p:cNvSpPr>
          <p:nvPr/>
        </p:nvSpPr>
        <p:spPr>
          <a:xfrm>
            <a:off x="1047750" y="590550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The diagram shows how Customer, Restaurant Owner, Delivery Partner, Admin, Database and Payment Gateway interact with Feedo.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68C9A-6A06-49B5-9C08-552D9636726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9A8F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8F88"/>
                </a:solidFill>
                <a:latin typeface="Aptos"/>
                <a:ea typeface="Aptos"/>
                <a:cs typeface="Aptos"/>
              </a:rPr>
              <a:t>Feedo | Aman Kumar | 6</a:t>
            </a:r>
          </a:p>
        </p:txBody>
      </p:sp>
    </p:spTree>
    <p:extLst>
      <p:ext uri="{BB962C8B-B14F-4D97-AF65-F5344CB8AC3E}">
        <p14:creationId xmlns:p14="http://schemas.microsoft.com/office/powerpoint/2010/main" val="26807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B411F3-F44A-4E4E-B34B-67002B77F11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809750" cy="323850"/>
          </a:xfrm>
          <a:prstGeom prst="roundRect">
            <a:avLst>
              <a:gd name="adj" fmla="val 35294"/>
            </a:avLst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82758E-37A2-44F6-AE7B-BDE796F5BFF5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CDF9E0-3F74-4BAB-8FAB-ACA51D2A076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Hardware And Software To Be Used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D0425B-2168-4166-8ACB-BC07502775AC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000250" cy="47625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A1181D-FA42-4A83-B579-B07D1B7D150E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3238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AF54CB-BD42-4F81-A568-84D27D9EBB20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76200" cy="2857500"/>
          </a:xfrm>
          <a:prstGeom prst="rect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3E982B-5756-456D-A44C-A37CD22D84B5}"/>
              </a:ext>
            </a:extLst>
          </p:cNvPr>
          <p:cNvSpPr>
            <a:spLocks noGrp="1"/>
          </p:cNvSpPr>
          <p:nvPr/>
        </p:nvSpPr>
        <p:spPr>
          <a:xfrm>
            <a:off x="895350" y="204787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1DCBDC-2147-49B0-B332-B6774254399B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28194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React.js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React Router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Tailwind CSS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Bootstrap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59E980-9CAB-4612-A88B-346A3C512584}"/>
              </a:ext>
            </a:extLst>
          </p:cNvPr>
          <p:cNvSpPr>
            <a:spLocks noGrp="1"/>
          </p:cNvSpPr>
          <p:nvPr/>
        </p:nvSpPr>
        <p:spPr>
          <a:xfrm>
            <a:off x="4476750" y="1857375"/>
            <a:ext cx="3238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C5FF7B-DEA4-4E00-AB04-E8175CE87E50}"/>
              </a:ext>
            </a:extLst>
          </p:cNvPr>
          <p:cNvSpPr>
            <a:spLocks noGrp="1"/>
          </p:cNvSpPr>
          <p:nvPr/>
        </p:nvSpPr>
        <p:spPr>
          <a:xfrm>
            <a:off x="4476750" y="1857375"/>
            <a:ext cx="76200" cy="2857500"/>
          </a:xfrm>
          <a:prstGeom prst="rect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497773-4955-480F-8F97-CDED1F9BBEF3}"/>
              </a:ext>
            </a:extLst>
          </p:cNvPr>
          <p:cNvSpPr>
            <a:spLocks noGrp="1"/>
          </p:cNvSpPr>
          <p:nvPr/>
        </p:nvSpPr>
        <p:spPr>
          <a:xfrm>
            <a:off x="4705350" y="204787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Backend &amp; Database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19991B-23E6-4837-BA39-9C8529ECCF01}"/>
              </a:ext>
            </a:extLst>
          </p:cNvPr>
          <p:cNvSpPr>
            <a:spLocks noGrp="1"/>
          </p:cNvSpPr>
          <p:nvPr/>
        </p:nvSpPr>
        <p:spPr>
          <a:xfrm>
            <a:off x="4705350" y="2447925"/>
            <a:ext cx="28194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Node.js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Express.js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MongoDB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Mongoose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0B1C9B4-A38C-4F02-9D36-1206B984207E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3238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1286B6-8268-41A6-80C3-5F734C9F1EB3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76200" cy="2857500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30CFF9-EB47-47A9-B6F9-89B0107A3144}"/>
              </a:ext>
            </a:extLst>
          </p:cNvPr>
          <p:cNvSpPr>
            <a:spLocks noGrp="1"/>
          </p:cNvSpPr>
          <p:nvPr/>
        </p:nvSpPr>
        <p:spPr>
          <a:xfrm>
            <a:off x="8515350" y="2047875"/>
            <a:ext cx="2838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C12447-7718-4E85-A51F-30DB457CCDBE}"/>
              </a:ext>
            </a:extLst>
          </p:cNvPr>
          <p:cNvSpPr>
            <a:spLocks noGrp="1"/>
          </p:cNvSpPr>
          <p:nvPr/>
        </p:nvSpPr>
        <p:spPr>
          <a:xfrm>
            <a:off x="8515350" y="2447925"/>
            <a:ext cx="281940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Socket.io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Razorpay / Stripe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Leaflet / Google Maps</a:t>
            </a:r>
          </a:p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Chart.js / Recharts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79FF99-CB02-43F5-AFFF-26F641DD2D8A}"/>
              </a:ext>
            </a:extLst>
          </p:cNvPr>
          <p:cNvSpPr>
            <a:spLocks noGrp="1"/>
          </p:cNvSpPr>
          <p:nvPr/>
        </p:nvSpPr>
        <p:spPr>
          <a:xfrm>
            <a:off x="1238250" y="5286375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Hardware: Intel i3 or above, minimum 4 GB RAM, 2 GB free storage and internet connection.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C17F4-87A0-4CB5-9747-E5ABC819DA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9A8F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8F88"/>
                </a:solidFill>
                <a:latin typeface="Aptos"/>
                <a:ea typeface="Aptos"/>
                <a:cs typeface="Aptos"/>
              </a:rPr>
              <a:t>Feedo | Aman Kumar | 7</a:t>
            </a:r>
          </a:p>
        </p:txBody>
      </p:sp>
    </p:spTree>
    <p:extLst>
      <p:ext uri="{BB962C8B-B14F-4D97-AF65-F5344CB8AC3E}">
        <p14:creationId xmlns:p14="http://schemas.microsoft.com/office/powerpoint/2010/main" val="111672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83C7C45-CF96-42C5-ABA9-9B00E3A8A17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809750" cy="323850"/>
          </a:xfrm>
          <a:prstGeom prst="roundRect">
            <a:avLst>
              <a:gd name="adj" fmla="val 35294"/>
            </a:avLst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4757CC-4AB8-4D53-BDB9-E65ABAC12823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7C6981-195E-4CB5-84F0-638420D6C09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Advanced Features Covered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81DC7-0C9C-44DC-A8ED-83513A5B631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000250" cy="47625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B03F92-71CC-4628-A800-21EB848792A2}"/>
              </a:ext>
            </a:extLst>
          </p:cNvPr>
          <p:cNvSpPr>
            <a:spLocks noGrp="1"/>
          </p:cNvSpPr>
          <p:nvPr/>
        </p:nvSpPr>
        <p:spPr>
          <a:xfrm>
            <a:off x="904875" y="201930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7B6911-0FC9-493A-9C8E-804C533F5874}"/>
              </a:ext>
            </a:extLst>
          </p:cNvPr>
          <p:cNvSpPr>
            <a:spLocks noGrp="1"/>
          </p:cNvSpPr>
          <p:nvPr/>
        </p:nvSpPr>
        <p:spPr>
          <a:xfrm>
            <a:off x="1171575" y="195262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Live map-based order tracking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BAFFF1-23E0-4781-8976-0BB606329C16}"/>
              </a:ext>
            </a:extLst>
          </p:cNvPr>
          <p:cNvSpPr>
            <a:spLocks noGrp="1"/>
          </p:cNvSpPr>
          <p:nvPr/>
        </p:nvSpPr>
        <p:spPr>
          <a:xfrm>
            <a:off x="904875" y="249555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EA61F9-D428-4533-B92B-0940E42993CA}"/>
              </a:ext>
            </a:extLst>
          </p:cNvPr>
          <p:cNvSpPr>
            <a:spLocks noGrp="1"/>
          </p:cNvSpPr>
          <p:nvPr/>
        </p:nvSpPr>
        <p:spPr>
          <a:xfrm>
            <a:off x="1171575" y="242887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Promo codes and first-order discounts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D0E036-72B9-4B46-BF11-8036B2802689}"/>
              </a:ext>
            </a:extLst>
          </p:cNvPr>
          <p:cNvSpPr>
            <a:spLocks noGrp="1"/>
          </p:cNvSpPr>
          <p:nvPr/>
        </p:nvSpPr>
        <p:spPr>
          <a:xfrm>
            <a:off x="904875" y="297180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D4E394-937C-4FC7-8D1F-24896018935B}"/>
              </a:ext>
            </a:extLst>
          </p:cNvPr>
          <p:cNvSpPr>
            <a:spLocks noGrp="1"/>
          </p:cNvSpPr>
          <p:nvPr/>
        </p:nvSpPr>
        <p:spPr>
          <a:xfrm>
            <a:off x="1171575" y="290512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Scheduled orders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585A1C-2E07-458B-9962-8CAA5E978625}"/>
              </a:ext>
            </a:extLst>
          </p:cNvPr>
          <p:cNvSpPr>
            <a:spLocks noGrp="1"/>
          </p:cNvSpPr>
          <p:nvPr/>
        </p:nvSpPr>
        <p:spPr>
          <a:xfrm>
            <a:off x="904875" y="344805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0A9DDE-F746-42DF-BFAD-8FD73F8C4EFC}"/>
              </a:ext>
            </a:extLst>
          </p:cNvPr>
          <p:cNvSpPr>
            <a:spLocks noGrp="1"/>
          </p:cNvSpPr>
          <p:nvPr/>
        </p:nvSpPr>
        <p:spPr>
          <a:xfrm>
            <a:off x="1171575" y="338137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Dietary filters: veg, vegan, allergens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E7008E-1A3B-4DE6-8F39-FC5158077603}"/>
              </a:ext>
            </a:extLst>
          </p:cNvPr>
          <p:cNvSpPr>
            <a:spLocks noGrp="1"/>
          </p:cNvSpPr>
          <p:nvPr/>
        </p:nvSpPr>
        <p:spPr>
          <a:xfrm>
            <a:off x="904875" y="3924300"/>
            <a:ext cx="133350" cy="133350"/>
          </a:xfrm>
          <a:prstGeom prst="ellipse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DB071F-9158-43FF-BF8B-AD0F9ACFB5E9}"/>
              </a:ext>
            </a:extLst>
          </p:cNvPr>
          <p:cNvSpPr>
            <a:spLocks noGrp="1"/>
          </p:cNvSpPr>
          <p:nvPr/>
        </p:nvSpPr>
        <p:spPr>
          <a:xfrm>
            <a:off x="1171575" y="385762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Ratings and reviews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1B9F0C-FC59-4407-A5D1-192BFA8F826C}"/>
              </a:ext>
            </a:extLst>
          </p:cNvPr>
          <p:cNvSpPr>
            <a:spLocks noGrp="1"/>
          </p:cNvSpPr>
          <p:nvPr/>
        </p:nvSpPr>
        <p:spPr>
          <a:xfrm>
            <a:off x="6429375" y="2019300"/>
            <a:ext cx="133350" cy="13335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B1EB4C-C464-4B57-BE2F-CD223182D58B}"/>
              </a:ext>
            </a:extLst>
          </p:cNvPr>
          <p:cNvSpPr>
            <a:spLocks noGrp="1"/>
          </p:cNvSpPr>
          <p:nvPr/>
        </p:nvSpPr>
        <p:spPr>
          <a:xfrm>
            <a:off x="6696075" y="195262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Multiple payment methods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2533BFA-41DC-41BD-960B-690C58B5DD79}"/>
              </a:ext>
            </a:extLst>
          </p:cNvPr>
          <p:cNvSpPr>
            <a:spLocks noGrp="1"/>
          </p:cNvSpPr>
          <p:nvPr/>
        </p:nvSpPr>
        <p:spPr>
          <a:xfrm>
            <a:off x="6429375" y="2495550"/>
            <a:ext cx="133350" cy="13335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E0CAE0-B4C9-4BB8-BE59-CDE3237BEFFA}"/>
              </a:ext>
            </a:extLst>
          </p:cNvPr>
          <p:cNvSpPr>
            <a:spLocks noGrp="1"/>
          </p:cNvSpPr>
          <p:nvPr/>
        </p:nvSpPr>
        <p:spPr>
          <a:xfrm>
            <a:off x="6696075" y="242887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Razorpay / Stripe integration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AE1C965-A713-4B37-AA4E-5B7958159225}"/>
              </a:ext>
            </a:extLst>
          </p:cNvPr>
          <p:cNvSpPr>
            <a:spLocks noGrp="1"/>
          </p:cNvSpPr>
          <p:nvPr/>
        </p:nvSpPr>
        <p:spPr>
          <a:xfrm>
            <a:off x="6429375" y="2971800"/>
            <a:ext cx="133350" cy="13335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A47F22-26B2-42B6-B4B4-A43A562D8CDC}"/>
              </a:ext>
            </a:extLst>
          </p:cNvPr>
          <p:cNvSpPr>
            <a:spLocks noGrp="1"/>
          </p:cNvSpPr>
          <p:nvPr/>
        </p:nvSpPr>
        <p:spPr>
          <a:xfrm>
            <a:off x="6696075" y="290512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Push notifications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22F4D79-DE09-45FE-B291-CF687FD73259}"/>
              </a:ext>
            </a:extLst>
          </p:cNvPr>
          <p:cNvSpPr>
            <a:spLocks noGrp="1"/>
          </p:cNvSpPr>
          <p:nvPr/>
        </p:nvSpPr>
        <p:spPr>
          <a:xfrm>
            <a:off x="6429375" y="3448050"/>
            <a:ext cx="133350" cy="13335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6D7C2F-B41A-4C73-8D67-877C561479FF}"/>
              </a:ext>
            </a:extLst>
          </p:cNvPr>
          <p:cNvSpPr>
            <a:spLocks noGrp="1"/>
          </p:cNvSpPr>
          <p:nvPr/>
        </p:nvSpPr>
        <p:spPr>
          <a:xfrm>
            <a:off x="6696075" y="338137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Loyalty rewards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D2BBCF0-C411-4C92-9BFF-CA0BE9C35C27}"/>
              </a:ext>
            </a:extLst>
          </p:cNvPr>
          <p:cNvSpPr>
            <a:spLocks noGrp="1"/>
          </p:cNvSpPr>
          <p:nvPr/>
        </p:nvSpPr>
        <p:spPr>
          <a:xfrm>
            <a:off x="6429375" y="3924300"/>
            <a:ext cx="133350" cy="133350"/>
          </a:xfrm>
          <a:prstGeom prst="ellipse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07F30D-F9E1-4F09-95D1-B07C63A51695}"/>
              </a:ext>
            </a:extLst>
          </p:cNvPr>
          <p:cNvSpPr>
            <a:spLocks noGrp="1"/>
          </p:cNvSpPr>
          <p:nvPr/>
        </p:nvSpPr>
        <p:spPr>
          <a:xfrm>
            <a:off x="6696075" y="3857625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Delivery tip and split payment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A4A74B-70F8-4E4C-95C3-860595BFFF1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9A8F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8F88"/>
                </a:solidFill>
                <a:latin typeface="Aptos"/>
                <a:ea typeface="Aptos"/>
                <a:cs typeface="Aptos"/>
              </a:rPr>
              <a:t>Feedo | Aman Kumar | 8</a:t>
            </a:r>
          </a:p>
        </p:txBody>
      </p:sp>
    </p:spTree>
    <p:extLst>
      <p:ext uri="{BB962C8B-B14F-4D97-AF65-F5344CB8AC3E}">
        <p14:creationId xmlns:p14="http://schemas.microsoft.com/office/powerpoint/2010/main" val="1349138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DC5691-D2D9-4192-9E4C-4EE55BB6906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809750" cy="323850"/>
          </a:xfrm>
          <a:prstGeom prst="roundRect">
            <a:avLst>
              <a:gd name="adj" fmla="val 35294"/>
            </a:avLst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F28724-E7A2-4B58-9A18-98CDC9C0195C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DC632E-2ADD-42A2-BC66-C6E94FF7DA9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Future Enhancements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8C1674-B276-4135-B7E5-A44523C5894F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000250" cy="47625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200B87-3F27-4D6D-B166-9BA8372433FE}"/>
              </a:ext>
            </a:extLst>
          </p:cNvPr>
          <p:cNvSpPr>
            <a:spLocks noGrp="1"/>
          </p:cNvSpPr>
          <p:nvPr/>
        </p:nvSpPr>
        <p:spPr>
          <a:xfrm>
            <a:off x="904875" y="197167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AE975-60B7-472F-BE51-7257BE623C4E}"/>
              </a:ext>
            </a:extLst>
          </p:cNvPr>
          <p:cNvSpPr>
            <a:spLocks noGrp="1"/>
          </p:cNvSpPr>
          <p:nvPr/>
        </p:nvSpPr>
        <p:spPr>
          <a:xfrm>
            <a:off x="1171575" y="1905000"/>
            <a:ext cx="944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Android and iOS mobile application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76112B-8A8D-4BBE-9FEB-E62CDC3F9EF9}"/>
              </a:ext>
            </a:extLst>
          </p:cNvPr>
          <p:cNvSpPr>
            <a:spLocks noGrp="1"/>
          </p:cNvSpPr>
          <p:nvPr/>
        </p:nvSpPr>
        <p:spPr>
          <a:xfrm>
            <a:off x="904875" y="246697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A2114-3183-4B4C-B3FA-08013AB2F277}"/>
              </a:ext>
            </a:extLst>
          </p:cNvPr>
          <p:cNvSpPr>
            <a:spLocks noGrp="1"/>
          </p:cNvSpPr>
          <p:nvPr/>
        </p:nvSpPr>
        <p:spPr>
          <a:xfrm>
            <a:off x="1171575" y="2400300"/>
            <a:ext cx="944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AI-based food recommendations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64A94C2-6491-4C84-AA4A-BAF18D67232C}"/>
              </a:ext>
            </a:extLst>
          </p:cNvPr>
          <p:cNvSpPr>
            <a:spLocks noGrp="1"/>
          </p:cNvSpPr>
          <p:nvPr/>
        </p:nvSpPr>
        <p:spPr>
          <a:xfrm>
            <a:off x="904875" y="296227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4EB5F-16DC-4319-B332-60D4B17861D4}"/>
              </a:ext>
            </a:extLst>
          </p:cNvPr>
          <p:cNvSpPr>
            <a:spLocks noGrp="1"/>
          </p:cNvSpPr>
          <p:nvPr/>
        </p:nvSpPr>
        <p:spPr>
          <a:xfrm>
            <a:off x="1171575" y="2895600"/>
            <a:ext cx="944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Advanced route optimization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D3DEEE-F96D-4FC1-AE3C-CE62816B20DD}"/>
              </a:ext>
            </a:extLst>
          </p:cNvPr>
          <p:cNvSpPr>
            <a:spLocks noGrp="1"/>
          </p:cNvSpPr>
          <p:nvPr/>
        </p:nvSpPr>
        <p:spPr>
          <a:xfrm>
            <a:off x="904875" y="345757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A3B233-3104-44E6-A625-B037B4CBB191}"/>
              </a:ext>
            </a:extLst>
          </p:cNvPr>
          <p:cNvSpPr>
            <a:spLocks noGrp="1"/>
          </p:cNvSpPr>
          <p:nvPr/>
        </p:nvSpPr>
        <p:spPr>
          <a:xfrm>
            <a:off x="1171575" y="3390900"/>
            <a:ext cx="944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Chat support between users and delivery partners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217933-38C2-4E9E-ABA8-D6D090AF9740}"/>
              </a:ext>
            </a:extLst>
          </p:cNvPr>
          <p:cNvSpPr>
            <a:spLocks noGrp="1"/>
          </p:cNvSpPr>
          <p:nvPr/>
        </p:nvSpPr>
        <p:spPr>
          <a:xfrm>
            <a:off x="904875" y="395287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4C82B-8C09-47BF-907E-995B4A0EE3F1}"/>
              </a:ext>
            </a:extLst>
          </p:cNvPr>
          <p:cNvSpPr>
            <a:spLocks noGrp="1"/>
          </p:cNvSpPr>
          <p:nvPr/>
        </p:nvSpPr>
        <p:spPr>
          <a:xfrm>
            <a:off x="1171575" y="3886200"/>
            <a:ext cx="944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Refund management and GST invoices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3F4B7E-2F44-47A5-B0AC-8615D68CDD75}"/>
              </a:ext>
            </a:extLst>
          </p:cNvPr>
          <p:cNvSpPr>
            <a:spLocks noGrp="1"/>
          </p:cNvSpPr>
          <p:nvPr/>
        </p:nvSpPr>
        <p:spPr>
          <a:xfrm>
            <a:off x="904875" y="4448175"/>
            <a:ext cx="133350" cy="133350"/>
          </a:xfrm>
          <a:prstGeom prst="ellipse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498B9C-D938-4E85-8291-F48C5048F438}"/>
              </a:ext>
            </a:extLst>
          </p:cNvPr>
          <p:cNvSpPr>
            <a:spLocks noGrp="1"/>
          </p:cNvSpPr>
          <p:nvPr/>
        </p:nvSpPr>
        <p:spPr>
          <a:xfrm>
            <a:off x="1171575" y="4381500"/>
            <a:ext cx="944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02033"/>
                </a:solidFill>
                <a:latin typeface="Aptos"/>
                <a:ea typeface="Aptos"/>
                <a:cs typeface="Aptos"/>
              </a:rPr>
              <a:t>Multi-city restaurant onboarding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DD5190-8990-4AD3-960D-88A5609F663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9A8F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8F88"/>
                </a:solidFill>
                <a:latin typeface="Aptos"/>
                <a:ea typeface="Aptos"/>
                <a:cs typeface="Aptos"/>
              </a:rPr>
              <a:t>Feedo | Aman Kumar | 11</a:t>
            </a:r>
          </a:p>
        </p:txBody>
      </p:sp>
    </p:spTree>
    <p:extLst>
      <p:ext uri="{BB962C8B-B14F-4D97-AF65-F5344CB8AC3E}">
        <p14:creationId xmlns:p14="http://schemas.microsoft.com/office/powerpoint/2010/main" val="174715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B60B8F-29BA-440C-A994-43E60913BB1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809750" cy="323850"/>
          </a:xfrm>
          <a:prstGeom prst="roundRect">
            <a:avLst>
              <a:gd name="adj" fmla="val 35294"/>
            </a:avLst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DA43B4-C4C1-41AE-B92D-9615D33D8740}"/>
              </a:ext>
            </a:extLst>
          </p:cNvPr>
          <p:cNvSpPr>
            <a:spLocks noGrp="1"/>
          </p:cNvSpPr>
          <p:nvPr/>
        </p:nvSpPr>
        <p:spPr>
          <a:xfrm>
            <a:off x="723900" y="4095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F91F4-8D7C-4F02-9310-1FF95A46FE0D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Project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DB987-FFB7-4FB5-AE69-7FFB6E95ACD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2000250" cy="47625"/>
          </a:xfrm>
          <a:prstGeom prst="rect">
            <a:avLst/>
          </a:prstGeom>
          <a:solidFill>
            <a:srgbClr val="FF8A00"/>
          </a:solidFill>
          <a:ln w="0">
            <a:solidFill>
              <a:srgbClr val="FF8A00"/>
            </a:solidFill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306E90-4486-4CEF-92B1-A521C16E6957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DAC199-1A7E-4C85-8DB2-8D9391AB89F1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76200" cy="2619375"/>
          </a:xfrm>
          <a:prstGeom prst="rect">
            <a:avLst/>
          </a:prstGeom>
          <a:solidFill>
            <a:srgbClr val="E63946"/>
          </a:solidFill>
          <a:ln w="0">
            <a:solidFill>
              <a:srgbClr val="E6394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2CC163-2341-458A-9A4D-27DF2DE68A44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455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7614A3-68B0-4C3A-97D6-0ABA5884A3EA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4533900" cy="1895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Feedo is a complete food delivery platform connecting customers, restaurants, delivery partners and admins. It combines ordering, payment, live tracking, dashboards, reviews, loyalty and analytics in one system.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D41BC3-1F89-4947-91E5-3DBAE0DAB9E6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F1D7C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340117-BB25-4C1B-9934-FDA71B081295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76200" cy="2619375"/>
          </a:xfrm>
          <a:prstGeom prst="rect">
            <a:avLst/>
          </a:prstGeom>
          <a:solidFill>
            <a:srgbClr val="2A9D8F"/>
          </a:solidFill>
          <a:ln w="0">
            <a:solidFill>
              <a:srgbClr val="2A9D8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46DDBA-95AC-40AF-98BD-D556031F0C40}"/>
              </a:ext>
            </a:extLst>
          </p:cNvPr>
          <p:cNvSpPr>
            <a:spLocks noGrp="1"/>
          </p:cNvSpPr>
          <p:nvPr/>
        </p:nvSpPr>
        <p:spPr>
          <a:xfrm>
            <a:off x="6705600" y="2000250"/>
            <a:ext cx="455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0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2033"/>
                </a:solidFill>
                <a:latin typeface="Aptos"/>
                <a:ea typeface="Aptos"/>
                <a:cs typeface="Aptos"/>
              </a:rPr>
              <a:t>Key References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99ED13-2A52-45DE-B061-A4FFAAA08C91}"/>
              </a:ext>
            </a:extLst>
          </p:cNvPr>
          <p:cNvSpPr>
            <a:spLocks noGrp="1"/>
          </p:cNvSpPr>
          <p:nvPr/>
        </p:nvSpPr>
        <p:spPr>
          <a:xfrm>
            <a:off x="6705600" y="2400300"/>
            <a:ext cx="4533900" cy="1895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62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276"/>
                </a:solidFill>
                <a:latin typeface="Aptos"/>
                <a:ea typeface="Aptos"/>
                <a:cs typeface="Aptos"/>
              </a:rPr>
              <a:t>React, Tailwind CSS, Bootstrap, Express.js, MongoDB, Socket.io, Razorpay, Leaflet and Chart.js official documentation.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48D13C-2C55-4A5D-A9B3-FE76C7A9BB2C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E6394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E63946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6BF431-C652-46BF-944C-EE50742447E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9A8F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8F88"/>
                </a:solidFill>
                <a:latin typeface="Aptos"/>
                <a:ea typeface="Aptos"/>
                <a:cs typeface="Aptos"/>
              </a:rPr>
              <a:t>Feedo | Aman Kumar | 12</a:t>
            </a:r>
          </a:p>
        </p:txBody>
      </p:sp>
    </p:spTree>
    <p:extLst>
      <p:ext uri="{BB962C8B-B14F-4D97-AF65-F5344CB8AC3E}">
        <p14:creationId xmlns:p14="http://schemas.microsoft.com/office/powerpoint/2010/main" val="12326036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557</Words>
  <Application>Microsoft Office PowerPoint</Application>
  <DocSecurity>0</DocSecurity>
  <PresentationFormat>Widescreen</PresentationFormat>
  <Paragraphs>101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Aman Kumar</cp:lastModifiedBy>
  <cp:revision>3</cp:revision>
  <dcterms:created xsi:type="dcterms:W3CDTF">2026-06-15T17:53:34Z</dcterms:created>
  <dcterms:modified xsi:type="dcterms:W3CDTF">2026-06-15T18:41:04Z</dcterms:modified>
</cp:coreProperties>
</file>